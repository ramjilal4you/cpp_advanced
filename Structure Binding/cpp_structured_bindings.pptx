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3" r:id="rId4"/>
    <p:sldId id="258" r:id="rId5"/>
    <p:sldId id="259" r:id="rId6"/>
    <p:sldId id="274" r:id="rId7"/>
    <p:sldId id="260" r:id="rId8"/>
    <p:sldId id="261" r:id="rId9"/>
    <p:sldId id="262" r:id="rId10"/>
    <p:sldId id="269" r:id="rId11"/>
    <p:sldId id="263" r:id="rId12"/>
    <p:sldId id="265" r:id="rId13"/>
    <p:sldId id="264" r:id="rId14"/>
    <p:sldId id="266" r:id="rId15"/>
    <p:sldId id="272" r:id="rId16"/>
    <p:sldId id="271" r:id="rId17"/>
    <p:sldId id="268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52" autoAdjust="0"/>
  </p:normalViewPr>
  <p:slideViewPr>
    <p:cSldViewPr snapToGrid="0" snapToObjects="1">
      <p:cViewPr varScale="1">
        <p:scale>
          <a:sx n="69" d="100"/>
          <a:sy n="69" d="100"/>
        </p:scale>
        <p:origin x="12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34C39-2961-4A1D-84CA-963FC389839E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A79E-B998-4B46-B41F-6E63723B1A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7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A79E-B998-4B46-B41F-6E63723B1A8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00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A79E-B998-4B46-B41F-6E63723B1A8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81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A red button with white text&#10;&#10;AI-generated content may be incorrect.">
            <a:extLst>
              <a:ext uri="{FF2B5EF4-FFF2-40B4-BE49-F238E27FC236}">
                <a16:creationId xmlns:a16="http://schemas.microsoft.com/office/drawing/2014/main" id="{D5FDB2E8-170D-8620-9489-2180C99BF0D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2990850" y="3424237"/>
            <a:ext cx="3282950" cy="1168401"/>
          </a:xfrm>
          <a:prstGeom prst="rect">
            <a:avLst/>
          </a:prstGeom>
        </p:spPr>
      </p:pic>
      <p:pic>
        <p:nvPicPr>
          <p:cNvPr id="13" name="Picture 12" descr="A red and black rectangle with white text&#10;&#10;AI-generated content may be incorrect.">
            <a:extLst>
              <a:ext uri="{FF2B5EF4-FFF2-40B4-BE49-F238E27FC236}">
                <a16:creationId xmlns:a16="http://schemas.microsoft.com/office/drawing/2014/main" id="{6B1118EF-D8EB-C3D1-4097-1CDC46CB602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</a:blip>
          <a:stretch>
            <a:fillRect/>
          </a:stretch>
        </p:blipFill>
        <p:spPr>
          <a:xfrm>
            <a:off x="2990850" y="3105150"/>
            <a:ext cx="31623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92752"/>
            <a:ext cx="7772400" cy="1470025"/>
          </a:xfrm>
        </p:spPr>
        <p:txBody>
          <a:bodyPr/>
          <a:lstStyle/>
          <a:p>
            <a:r>
              <a:rPr lang="en-IN" b="1" dirty="0"/>
              <a:t> </a:t>
            </a:r>
            <a:r>
              <a:rPr b="1" dirty="0"/>
              <a:t>C++ Structured Bindings</a:t>
            </a:r>
            <a:r>
              <a:rPr lang="en-IN" b="1" dirty="0"/>
              <a:t> 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38928"/>
            <a:ext cx="6400800" cy="1752600"/>
          </a:xfrm>
        </p:spPr>
        <p:txBody>
          <a:bodyPr/>
          <a:lstStyle/>
          <a:p>
            <a:r>
              <a:rPr dirty="0"/>
              <a:t>Understanding All Aspects </a:t>
            </a:r>
            <a:r>
              <a:rPr lang="en-IN" dirty="0"/>
              <a:t>and </a:t>
            </a:r>
            <a:r>
              <a:rPr dirty="0"/>
              <a:t>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24242"/>
                </a:solidFill>
                <a:effectLst/>
              </a:rPr>
              <a:t>✅ </a:t>
            </a:r>
            <a:r>
              <a:rPr lang="en-IN" i="0" dirty="0">
                <a:solidFill>
                  <a:srgbClr val="424242"/>
                </a:solidFill>
                <a:effectLst/>
              </a:rPr>
              <a:t>What's Included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b="0" i="0" dirty="0">
                <a:solidFill>
                  <a:srgbClr val="424242"/>
                </a:solidFill>
                <a:effectLst/>
              </a:rPr>
              <a:t> Introduction to structured bindings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b="0" i="0" dirty="0">
                <a:solidFill>
                  <a:srgbClr val="424242"/>
                </a:solidFill>
                <a:effectLst/>
              </a:rPr>
              <a:t> Supported types (tuples, pairs, arrays, structs)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b="0" i="0" dirty="0">
                <a:solidFill>
                  <a:srgbClr val="424242"/>
                </a:solidFill>
                <a:effectLst/>
              </a:rPr>
              <a:t> Code examples for each scenario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b="0" i="0" dirty="0">
                <a:solidFill>
                  <a:srgbClr val="424242"/>
                </a:solidFill>
                <a:effectLst/>
              </a:rPr>
              <a:t> Advanced usage (loops, references, conditionals)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IN" b="0" i="0" dirty="0">
                <a:solidFill>
                  <a:srgbClr val="424242"/>
                </a:solidFill>
                <a:effectLst/>
              </a:rPr>
              <a:t> Limitations and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9782-7B1E-2C14-B499-709EC1CCA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484B-0A80-914F-61BA-88401FBE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Structured Binding?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A86BA-2019-1ABF-0904-B81533F1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Introduced in C++17</a:t>
            </a:r>
          </a:p>
          <a:p>
            <a:r>
              <a:rPr dirty="0"/>
              <a:t>Allows unpacking of tuple-like objects into individual variables</a:t>
            </a:r>
          </a:p>
          <a:p>
            <a:r>
              <a:rPr dirty="0"/>
              <a:t>Improves code readability and conciseness</a:t>
            </a:r>
          </a:p>
        </p:txBody>
      </p:sp>
    </p:spTree>
    <p:extLst>
      <p:ext uri="{BB962C8B-B14F-4D97-AF65-F5344CB8AC3E}">
        <p14:creationId xmlns:p14="http://schemas.microsoft.com/office/powerpoint/2010/main" val="3936838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int arr[2]</a:t>
            </a:r>
            <a:r>
              <a:rPr dirty="0"/>
              <a:t> = {1</a:t>
            </a:r>
            <a:r>
              <a:rPr lang="en-IN" dirty="0"/>
              <a:t>0</a:t>
            </a:r>
            <a:r>
              <a:rPr dirty="0"/>
              <a:t>, 2</a:t>
            </a:r>
            <a:r>
              <a:rPr lang="en-IN" dirty="0"/>
              <a:t>0</a:t>
            </a:r>
            <a:r>
              <a:rPr dirty="0"/>
              <a:t>};</a:t>
            </a:r>
          </a:p>
          <a:p>
            <a:pPr marL="0" indent="0">
              <a:buNone/>
            </a:pPr>
            <a:r>
              <a:rPr dirty="0"/>
              <a:t>auto [x, y] = </a:t>
            </a:r>
            <a:r>
              <a:rPr lang="en-IN" dirty="0"/>
              <a:t>arr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// x = 1</a:t>
            </a:r>
            <a:r>
              <a:rPr lang="en-IN" dirty="0"/>
              <a:t>0</a:t>
            </a:r>
            <a:r>
              <a:rPr dirty="0"/>
              <a:t>, y = 2</a:t>
            </a:r>
            <a:r>
              <a:rPr lang="en-IN" dirty="0"/>
              <a:t>0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Arrays</a:t>
            </a:r>
            <a:endParaRPr lang="en-IN" dirty="0"/>
          </a:p>
          <a:p>
            <a:r>
              <a:rPr lang="en-IN" dirty="0"/>
              <a:t>std::tuple, std::pair</a:t>
            </a:r>
          </a:p>
          <a:p>
            <a:r>
              <a:rPr lang="en-IN" dirty="0"/>
              <a:t>std::array</a:t>
            </a:r>
            <a:endParaRPr dirty="0"/>
          </a:p>
          <a:p>
            <a:r>
              <a:rPr dirty="0"/>
              <a:t>Structs and Classes with public members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04FD-1589-4CE2-9280-089AC996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09FB-93B1-46EC-A13A-B7666DD1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Binding with std::tuple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E59A2-69B6-490E-7D24-FCF100CD3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std::tuple&lt;int, double&gt; t = {1, 2.5};</a:t>
            </a:r>
          </a:p>
          <a:p>
            <a:pPr marL="0" indent="0">
              <a:buNone/>
            </a:pPr>
            <a:r>
              <a:rPr dirty="0"/>
              <a:t>auto [x, y] = t;</a:t>
            </a:r>
          </a:p>
          <a:p>
            <a:pPr marL="0" indent="0">
              <a:buNone/>
            </a:pPr>
            <a:r>
              <a:rPr dirty="0"/>
              <a:t>// x = 1, y = 2.5</a:t>
            </a:r>
          </a:p>
        </p:txBody>
      </p:sp>
    </p:spTree>
    <p:extLst>
      <p:ext uri="{BB962C8B-B14F-4D97-AF65-F5344CB8AC3E}">
        <p14:creationId xmlns:p14="http://schemas.microsoft.com/office/powerpoint/2010/main" val="69914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Structured Binding with std::pair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std::pair&lt;int, std::string&gt; p = {1, "hello"};</a:t>
            </a:r>
          </a:p>
          <a:p>
            <a:pPr marL="0" indent="0">
              <a:buNone/>
            </a:pPr>
            <a:r>
              <a:rPr dirty="0"/>
              <a:t>auto [id, name] = p;</a:t>
            </a:r>
          </a:p>
          <a:p>
            <a:pPr marL="0" indent="0">
              <a:buNone/>
            </a:pPr>
            <a:r>
              <a:rPr dirty="0"/>
              <a:t>// id = 1, name = "hello"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Structured Binding with </a:t>
            </a:r>
            <a:r>
              <a:rPr lang="en-IN" dirty="0"/>
              <a:t>std::a</a:t>
            </a:r>
            <a:r>
              <a:rPr dirty="0" err="1"/>
              <a:t>rray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std::array&lt;</a:t>
            </a:r>
            <a:r>
              <a:rPr dirty="0"/>
              <a:t>int</a:t>
            </a:r>
            <a:r>
              <a:rPr lang="en-IN" dirty="0"/>
              <a:t>, 3&gt;</a:t>
            </a:r>
            <a:r>
              <a:rPr dirty="0"/>
              <a:t> arr = {10, 20, 30};</a:t>
            </a:r>
          </a:p>
          <a:p>
            <a:pPr marL="0" indent="0">
              <a:buNone/>
            </a:pPr>
            <a:r>
              <a:rPr dirty="0"/>
              <a:t>auto [a, b, c] = arr;</a:t>
            </a:r>
          </a:p>
          <a:p>
            <a:pPr marL="0" indent="0">
              <a:buNone/>
            </a:pPr>
            <a:r>
              <a:rPr dirty="0"/>
              <a:t>// a = 10, b = 20, c =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Structured Binding with Struct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struct Point { int x; int y; };</a:t>
            </a:r>
          </a:p>
          <a:p>
            <a:pPr marL="0" indent="0">
              <a:buNone/>
            </a:pPr>
            <a:r>
              <a:rPr dirty="0"/>
              <a:t>Point pt = {5, 10};</a:t>
            </a:r>
          </a:p>
          <a:p>
            <a:pPr marL="0" indent="0">
              <a:buNone/>
            </a:pPr>
            <a:r>
              <a:rPr dirty="0"/>
              <a:t>auto [x, y] = pt;</a:t>
            </a:r>
          </a:p>
          <a:p>
            <a:pPr marL="0" indent="0">
              <a:buNone/>
            </a:pPr>
            <a:r>
              <a:rPr dirty="0"/>
              <a:t>// x = 5, y =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4F31B-2313-F22A-4620-5CFD89B4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EBB0-3B9A-CA80-41AE-680D6CE0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Structured Binding with </a:t>
            </a:r>
            <a:r>
              <a:rPr lang="en-IN" dirty="0"/>
              <a:t>Class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F2EE2-A72C-594A-A4EF-B20224C67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4447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class</a:t>
            </a:r>
            <a:r>
              <a:rPr dirty="0"/>
              <a:t> Point {</a:t>
            </a:r>
            <a:r>
              <a:rPr lang="en-IN" dirty="0"/>
              <a:t> public:</a:t>
            </a:r>
            <a:r>
              <a:rPr dirty="0"/>
              <a:t> int x; int y; };</a:t>
            </a:r>
          </a:p>
          <a:p>
            <a:pPr marL="0" indent="0">
              <a:buNone/>
            </a:pPr>
            <a:r>
              <a:rPr dirty="0"/>
              <a:t>Point pt = {5, 10};</a:t>
            </a:r>
          </a:p>
          <a:p>
            <a:pPr marL="0" indent="0">
              <a:buNone/>
            </a:pPr>
            <a:r>
              <a:rPr dirty="0"/>
              <a:t>auto [x, y] = pt;</a:t>
            </a:r>
          </a:p>
          <a:p>
            <a:pPr marL="0" indent="0">
              <a:buNone/>
            </a:pPr>
            <a:r>
              <a:rPr dirty="0"/>
              <a:t>// x = 5, y = 10</a:t>
            </a:r>
          </a:p>
        </p:txBody>
      </p:sp>
    </p:spTree>
    <p:extLst>
      <p:ext uri="{BB962C8B-B14F-4D97-AF65-F5344CB8AC3E}">
        <p14:creationId xmlns:p14="http://schemas.microsoft.com/office/powerpoint/2010/main" val="687809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 and reference qualifiers</a:t>
            </a:r>
          </a:p>
          <a:p>
            <a:r>
              <a:rPr dirty="0"/>
              <a:t>range-based for loops</a:t>
            </a:r>
          </a:p>
          <a:p>
            <a:r>
              <a:rPr dirty="0"/>
              <a:t>if</a:t>
            </a:r>
            <a:r>
              <a:rPr lang="en-IN" dirty="0"/>
              <a:t> &amp; switch</a:t>
            </a:r>
            <a:r>
              <a:rPr dirty="0"/>
              <a:t> statements</a:t>
            </a:r>
            <a:endParaRPr lang="en-IN" dirty="0"/>
          </a:p>
          <a:p>
            <a:r>
              <a:rPr lang="en-IN" dirty="0"/>
              <a:t>returned value from function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References and Const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const std::pair&lt;int, int&gt; p = {1, 2};</a:t>
            </a:r>
          </a:p>
          <a:p>
            <a:r>
              <a:rPr dirty="0"/>
              <a:t>const auto&amp; [x, y] = p;</a:t>
            </a:r>
          </a:p>
          <a:p>
            <a:r>
              <a:rPr dirty="0"/>
              <a:t>// x and y are const 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Range-based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000" dirty="0"/>
              <a:t>std::vector&lt;std::pair&lt;int, int&gt;&gt; </a:t>
            </a:r>
            <a:r>
              <a:rPr sz="3000" dirty="0" err="1"/>
              <a:t>vec</a:t>
            </a:r>
            <a:r>
              <a:rPr sz="3000" dirty="0"/>
              <a:t> = {{1,2}, {3,4}};</a:t>
            </a:r>
          </a:p>
          <a:p>
            <a:pPr marL="0" indent="0">
              <a:buNone/>
            </a:pPr>
            <a:r>
              <a:rPr sz="3000" dirty="0"/>
              <a:t>for (auto [a, b] : </a:t>
            </a:r>
            <a:r>
              <a:rPr sz="3000" dirty="0" err="1"/>
              <a:t>vec</a:t>
            </a:r>
            <a:r>
              <a:rPr sz="3000" dirty="0"/>
              <a:t>) {</a:t>
            </a:r>
          </a:p>
          <a:p>
            <a:pPr marL="0" indent="0">
              <a:buNone/>
            </a:pPr>
            <a:r>
              <a:rPr sz="3000" dirty="0"/>
              <a:t>    std::</a:t>
            </a:r>
            <a:r>
              <a:rPr sz="3000" dirty="0" err="1"/>
              <a:t>cout</a:t>
            </a:r>
            <a:r>
              <a:rPr sz="3000" dirty="0"/>
              <a:t> &lt;&lt; a &lt;&lt; ", " &lt;&lt; b &lt;&lt; std::</a:t>
            </a:r>
            <a:r>
              <a:rPr sz="3000" dirty="0" err="1"/>
              <a:t>endl</a:t>
            </a:r>
            <a:r>
              <a:rPr sz="3000" dirty="0"/>
              <a:t>;</a:t>
            </a:r>
          </a:p>
          <a:p>
            <a:pPr marL="0" indent="0">
              <a:buNone/>
            </a:pPr>
            <a:r>
              <a:rPr sz="3000"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000" dirty="0"/>
              <a:t>std::map&lt;int, std::string&gt; m = {{1, "one"}};</a:t>
            </a:r>
          </a:p>
          <a:p>
            <a:pPr marL="0" indent="0">
              <a:buNone/>
            </a:pPr>
            <a:r>
              <a:rPr sz="3000" dirty="0"/>
              <a:t>if (auto [it, success] = </a:t>
            </a:r>
            <a:r>
              <a:rPr sz="3000" dirty="0" err="1"/>
              <a:t>m.insert</a:t>
            </a:r>
            <a:r>
              <a:rPr sz="3000" dirty="0"/>
              <a:t>({2, "two"}); success) {</a:t>
            </a:r>
          </a:p>
          <a:p>
            <a:pPr marL="0" indent="0">
              <a:buNone/>
            </a:pPr>
            <a:r>
              <a:rPr sz="3000" dirty="0"/>
              <a:t>    std::</a:t>
            </a:r>
            <a:r>
              <a:rPr sz="3000" dirty="0" err="1"/>
              <a:t>cout</a:t>
            </a:r>
            <a:r>
              <a:rPr sz="3000" dirty="0"/>
              <a:t> &lt;&lt; "Inserted successfully";</a:t>
            </a:r>
          </a:p>
          <a:p>
            <a:pPr marL="0" indent="0">
              <a:buNone/>
            </a:pPr>
            <a:r>
              <a:rPr sz="3000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5F6D-3780-6951-37BE-7F6893692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BAE9-D965-9F81-7F1A-FFAE7D958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 return value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6F8E-73A4-A80A-787F-8C9FF0BD2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dirty="0"/>
              <a:t>std::pair&lt;</a:t>
            </a:r>
            <a:r>
              <a:rPr lang="en-IN" sz="3000" dirty="0" err="1"/>
              <a:t>int,int</a:t>
            </a:r>
            <a:r>
              <a:rPr lang="en-IN" sz="3000" dirty="0"/>
              <a:t>&gt; fun(){    return {10, 20};	}</a:t>
            </a:r>
          </a:p>
          <a:p>
            <a:pPr marL="0" indent="0">
              <a:buNone/>
            </a:pPr>
            <a:endParaRPr lang="en-IN" sz="3000" dirty="0"/>
          </a:p>
          <a:p>
            <a:pPr marL="0" indent="0">
              <a:buNone/>
            </a:pPr>
            <a:r>
              <a:rPr lang="en-IN" sz="3000" dirty="0"/>
              <a:t>auto [v1, v2] = fun();</a:t>
            </a:r>
          </a:p>
        </p:txBody>
      </p:sp>
    </p:spTree>
    <p:extLst>
      <p:ext uri="{BB962C8B-B14F-4D97-AF65-F5344CB8AC3E}">
        <p14:creationId xmlns:p14="http://schemas.microsoft.com/office/powerpoint/2010/main" val="203591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82DA-A297-EBE9-9398-48AE1F8B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C36C-3DC2-8B83-AE6E-86C2BC58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2DCED-9563-2F8D-D214-768F995D2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800" dirty="0"/>
              <a:t>Can</a:t>
            </a:r>
            <a:r>
              <a:rPr lang="en-IN" sz="2800" dirty="0"/>
              <a:t>'</a:t>
            </a:r>
            <a:r>
              <a:rPr sz="2800" dirty="0"/>
              <a:t>t be used with dynamic containers like std::vector</a:t>
            </a:r>
          </a:p>
          <a:p>
            <a:pPr>
              <a:lnSpc>
                <a:spcPct val="115000"/>
              </a:lnSpc>
            </a:pPr>
            <a:r>
              <a:rPr lang="en-IN" sz="2800" dirty="0"/>
              <a:t>Not allowed directly in function parameter lists</a:t>
            </a:r>
          </a:p>
          <a:p>
            <a:pPr>
              <a:lnSpc>
                <a:spcPct val="115000"/>
              </a:lnSpc>
            </a:pPr>
            <a:r>
              <a:rPr lang="en-IN" sz="2800" dirty="0"/>
              <a:t>Only works with public members of aggregate types</a:t>
            </a:r>
          </a:p>
          <a:p>
            <a:pPr>
              <a:lnSpc>
                <a:spcPct val="115000"/>
              </a:lnSpc>
            </a:pPr>
            <a:r>
              <a:rPr lang="en-IN" sz="2800" dirty="0"/>
              <a:t>No partial binding allowed</a:t>
            </a:r>
          </a:p>
          <a:p>
            <a:pPr>
              <a:lnSpc>
                <a:spcPct val="115000"/>
              </a:lnSpc>
            </a:pPr>
            <a:r>
              <a:rPr lang="en-IN" sz="2800" dirty="0"/>
              <a:t>Do not work with bit-fields in structs</a:t>
            </a:r>
          </a:p>
          <a:p>
            <a:pPr>
              <a:lnSpc>
                <a:spcPct val="115000"/>
              </a:lnSpc>
            </a:pPr>
            <a:r>
              <a:rPr lang="en-IN" sz="2800" dirty="0"/>
              <a:t>Inherited class object cannot be decomposed. </a:t>
            </a:r>
          </a:p>
          <a:p>
            <a:pPr>
              <a:lnSpc>
                <a:spcPct val="115000"/>
              </a:lnSpc>
            </a:pPr>
            <a:r>
              <a:rPr lang="en-US" sz="2800" dirty="0"/>
              <a:t>Static Structure Binding is not supported in C++17. </a:t>
            </a:r>
            <a:endParaRPr lang="en-IN" sz="2800" dirty="0"/>
          </a:p>
          <a:p>
            <a:pPr lvl="1">
              <a:lnSpc>
                <a:spcPct val="115000"/>
              </a:lnSpc>
            </a:pPr>
            <a:r>
              <a:rPr lang="en-US" dirty="0"/>
              <a:t>cannot declare an explicit storage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122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Structured binding simplify code</a:t>
            </a:r>
          </a:p>
          <a:p>
            <a:r>
              <a:rPr dirty="0"/>
              <a:t>Useful in unpacking complex data structures</a:t>
            </a:r>
          </a:p>
          <a:p>
            <a:r>
              <a:rPr dirty="0"/>
              <a:t>Enhances readability and maintainability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A0E9-91E0-A53B-1CBB-9D7258BC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3999-8F2C-E108-719C-54FEDAC47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D450F-022A-0411-2D70-E3CDF231464F}"/>
              </a:ext>
            </a:extLst>
          </p:cNvPr>
          <p:cNvSpPr txBox="1"/>
          <p:nvPr/>
        </p:nvSpPr>
        <p:spPr>
          <a:xfrm>
            <a:off x="1600200" y="1944424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Code Link - https://www.onlinegdb.com/myfiles/QsLcU-eHT</a:t>
            </a:r>
          </a:p>
        </p:txBody>
      </p:sp>
    </p:spTree>
    <p:extLst>
      <p:ext uri="{BB962C8B-B14F-4D97-AF65-F5344CB8AC3E}">
        <p14:creationId xmlns:p14="http://schemas.microsoft.com/office/powerpoint/2010/main" val="38077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620</Words>
  <Application>Microsoft Office PowerPoint</Application>
  <PresentationFormat>On-screen Show (4:3)</PresentationFormat>
  <Paragraphs>83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Wingdings</vt:lpstr>
      <vt:lpstr>Office Theme</vt:lpstr>
      <vt:lpstr> C++ Structured Bindings </vt:lpstr>
      <vt:lpstr>✅ What's Included</vt:lpstr>
      <vt:lpstr>What is Structured Binding?</vt:lpstr>
      <vt:lpstr>Basic Example</vt:lpstr>
      <vt:lpstr>Supported Types</vt:lpstr>
      <vt:lpstr>Structured Binding with std::tuple</vt:lpstr>
      <vt:lpstr>Structured Binding with std::pair</vt:lpstr>
      <vt:lpstr>Structured Binding with std::array</vt:lpstr>
      <vt:lpstr>Structured Binding with Struct</vt:lpstr>
      <vt:lpstr>Structured Binding with Class</vt:lpstr>
      <vt:lpstr>Advanced Usage</vt:lpstr>
      <vt:lpstr>With References and Const</vt:lpstr>
      <vt:lpstr>Range-based For Loop</vt:lpstr>
      <vt:lpstr>In If Statement</vt:lpstr>
      <vt:lpstr>With return value</vt:lpstr>
      <vt:lpstr>Limitations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Meena, Ramjilal (DI SW EDA DDCP C2GDS CAT 3 FE)</cp:lastModifiedBy>
  <cp:revision>20</cp:revision>
  <dcterms:created xsi:type="dcterms:W3CDTF">2013-01-27T09:14:16Z</dcterms:created>
  <dcterms:modified xsi:type="dcterms:W3CDTF">2025-07-15T02:53:32Z</dcterms:modified>
  <cp:category/>
</cp:coreProperties>
</file>