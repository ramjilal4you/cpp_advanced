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C++17 Fold Expressions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Simplifying Variadic Templates with Fold Expressions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Fold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Fold expressions were introduced in C++17 to simplify operations on parameter packs.</a:t>
            </a:r>
          </a:p>
          <a:p>
            <a:r>
              <a:t>They eliminate the need for recursive template instantiations.</a:t>
            </a:r>
          </a:p>
          <a:p>
            <a:r>
              <a:t>Useful for operations like summing values, logical comparisons, and printing arguments.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and Types of Fold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Four types of fold expressions:</a:t>
            </a:r>
          </a:p>
          <a:p>
            <a:pPr marL="0" indent="0">
              <a:buNone/>
            </a:pPr>
            <a:r>
              <a:rPr dirty="0"/>
              <a:t>1. Unary left fold: (... op pack)</a:t>
            </a:r>
          </a:p>
          <a:p>
            <a:pPr marL="0" indent="0">
              <a:buNone/>
            </a:pPr>
            <a:r>
              <a:rPr dirty="0"/>
              <a:t>2. Unary right fold: (pack op ...)</a:t>
            </a:r>
          </a:p>
          <a:p>
            <a:pPr marL="0" indent="0">
              <a:buNone/>
            </a:pPr>
            <a:r>
              <a:rPr dirty="0"/>
              <a:t>3. Binary left fold: (</a:t>
            </a:r>
            <a:r>
              <a:rPr dirty="0" err="1"/>
              <a:t>init</a:t>
            </a:r>
            <a:r>
              <a:rPr dirty="0"/>
              <a:t> op ... op pack)</a:t>
            </a:r>
          </a:p>
          <a:p>
            <a:pPr marL="0" indent="0">
              <a:buNone/>
            </a:pPr>
            <a:r>
              <a:rPr dirty="0"/>
              <a:t>4. Binary right fold: (pack op ... op </a:t>
            </a:r>
            <a:r>
              <a:rPr dirty="0" err="1"/>
              <a:t>init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Pre-C++17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Pre-C++17 required recursive templates with base cases.</a:t>
            </a:r>
          </a:p>
          <a:p>
            <a:r>
              <a:t>Fold expressions simplify code to single-line expressions.</a:t>
            </a:r>
          </a:p>
          <a:p>
            <a:r>
              <a:t>Improves readability, reduces boilerplate, and enhances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Sum of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u="sng" dirty="0"/>
              <a:t>C++17:</a:t>
            </a:r>
          </a:p>
          <a:p>
            <a:pPr marL="0" indent="0">
              <a:buNone/>
            </a:pPr>
            <a:r>
              <a:rPr i="1" dirty="0"/>
              <a:t>template&lt;typename... </a:t>
            </a:r>
            <a:r>
              <a:rPr i="1" dirty="0" err="1"/>
              <a:t>Args</a:t>
            </a:r>
            <a:r>
              <a:rPr i="1" dirty="0"/>
              <a:t>&gt;</a:t>
            </a:r>
          </a:p>
          <a:p>
            <a:pPr marL="0" indent="0">
              <a:buNone/>
            </a:pPr>
            <a:r>
              <a:rPr i="1" dirty="0"/>
              <a:t>auto sum(</a:t>
            </a:r>
            <a:r>
              <a:rPr i="1" dirty="0" err="1"/>
              <a:t>Args</a:t>
            </a:r>
            <a:r>
              <a:rPr i="1" dirty="0"/>
              <a:t>... </a:t>
            </a:r>
            <a:r>
              <a:rPr i="1" dirty="0" err="1"/>
              <a:t>args</a:t>
            </a:r>
            <a:r>
              <a:rPr i="1" dirty="0"/>
              <a:t>) {</a:t>
            </a:r>
          </a:p>
          <a:p>
            <a:pPr marL="0" indent="0">
              <a:buNone/>
            </a:pPr>
            <a:r>
              <a:rPr i="1" dirty="0"/>
              <a:t>    return (... + </a:t>
            </a:r>
            <a:r>
              <a:rPr i="1" dirty="0" err="1"/>
              <a:t>args</a:t>
            </a:r>
            <a:r>
              <a:rPr i="1" dirty="0"/>
              <a:t>);</a:t>
            </a:r>
          </a:p>
          <a:p>
            <a:pPr marL="0" indent="0">
              <a:buNone/>
            </a:pPr>
            <a:r>
              <a:rPr i="1" dirty="0"/>
              <a:t>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u="sng" dirty="0"/>
              <a:t>Pre-C++17:</a:t>
            </a:r>
          </a:p>
          <a:p>
            <a:pPr marL="0" indent="0">
              <a:buNone/>
            </a:pPr>
            <a:r>
              <a:rPr i="1" dirty="0"/>
              <a:t>template&lt;typename T&gt;</a:t>
            </a:r>
          </a:p>
          <a:p>
            <a:pPr marL="0" indent="0">
              <a:buNone/>
            </a:pPr>
            <a:r>
              <a:rPr i="1" dirty="0"/>
              <a:t>T sum(T value) { return value; }</a:t>
            </a:r>
          </a:p>
          <a:p>
            <a:pPr marL="0" indent="0">
              <a:buNone/>
            </a:pPr>
            <a:r>
              <a:rPr i="1" dirty="0"/>
              <a:t>template&lt;typename T, typename... </a:t>
            </a:r>
            <a:r>
              <a:rPr i="1" dirty="0" err="1"/>
              <a:t>Args</a:t>
            </a:r>
            <a:r>
              <a:rPr i="1" dirty="0"/>
              <a:t>&gt;</a:t>
            </a:r>
          </a:p>
          <a:p>
            <a:pPr marL="0" indent="0">
              <a:buNone/>
            </a:pPr>
            <a:r>
              <a:rPr i="1" dirty="0"/>
              <a:t>T sum(T first, </a:t>
            </a:r>
            <a:r>
              <a:rPr i="1" dirty="0" err="1"/>
              <a:t>Args</a:t>
            </a:r>
            <a:r>
              <a:rPr i="1" dirty="0"/>
              <a:t>... </a:t>
            </a:r>
            <a:r>
              <a:rPr i="1" dirty="0" err="1"/>
              <a:t>args</a:t>
            </a:r>
            <a:r>
              <a:rPr i="1" dirty="0"/>
              <a:t>) {</a:t>
            </a:r>
          </a:p>
          <a:p>
            <a:pPr marL="0" indent="0">
              <a:buNone/>
            </a:pPr>
            <a:r>
              <a:rPr i="1" dirty="0"/>
              <a:t>    return first + sum(</a:t>
            </a:r>
            <a:r>
              <a:rPr i="1" dirty="0" err="1"/>
              <a:t>args</a:t>
            </a:r>
            <a:r>
              <a:rPr i="1" dirty="0"/>
              <a:t>...);</a:t>
            </a:r>
          </a:p>
          <a:p>
            <a:pPr marL="0" indent="0">
              <a:buNone/>
            </a:pPr>
            <a:r>
              <a:rPr i="1"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Logical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u="sng" dirty="0"/>
              <a:t>C++17:</a:t>
            </a:r>
          </a:p>
          <a:p>
            <a:pPr marL="0" indent="0">
              <a:buNone/>
            </a:pPr>
            <a:r>
              <a:rPr i="1" dirty="0"/>
              <a:t>template&lt;typename... </a:t>
            </a:r>
            <a:r>
              <a:rPr i="1" dirty="0" err="1"/>
              <a:t>Args</a:t>
            </a:r>
            <a:r>
              <a:rPr i="1" dirty="0"/>
              <a:t>&gt;</a:t>
            </a:r>
          </a:p>
          <a:p>
            <a:pPr marL="0" indent="0">
              <a:buNone/>
            </a:pPr>
            <a:r>
              <a:rPr i="1" dirty="0"/>
              <a:t>bool </a:t>
            </a:r>
            <a:r>
              <a:rPr i="1" dirty="0" err="1"/>
              <a:t>allTrue</a:t>
            </a:r>
            <a:r>
              <a:rPr i="1" dirty="0"/>
              <a:t>(</a:t>
            </a:r>
            <a:r>
              <a:rPr i="1" dirty="0" err="1"/>
              <a:t>Args</a:t>
            </a:r>
            <a:r>
              <a:rPr i="1" dirty="0"/>
              <a:t>... </a:t>
            </a:r>
            <a:r>
              <a:rPr i="1" dirty="0" err="1"/>
              <a:t>args</a:t>
            </a:r>
            <a:r>
              <a:rPr i="1" dirty="0"/>
              <a:t>) {</a:t>
            </a:r>
          </a:p>
          <a:p>
            <a:pPr marL="0" indent="0">
              <a:buNone/>
            </a:pPr>
            <a:r>
              <a:rPr i="1" dirty="0"/>
              <a:t>    return (... &amp;&amp; </a:t>
            </a:r>
            <a:r>
              <a:rPr i="1" dirty="0" err="1"/>
              <a:t>args</a:t>
            </a:r>
            <a:r>
              <a:rPr i="1" dirty="0"/>
              <a:t>);</a:t>
            </a:r>
          </a:p>
          <a:p>
            <a:pPr marL="0" indent="0">
              <a:buNone/>
            </a:pPr>
            <a:r>
              <a:rPr i="1" dirty="0"/>
              <a:t>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u="sng" dirty="0"/>
              <a:t>Pre-C++17:</a:t>
            </a:r>
          </a:p>
          <a:p>
            <a:pPr marL="0" indent="0">
              <a:buNone/>
            </a:pPr>
            <a:r>
              <a:rPr i="1" dirty="0"/>
              <a:t>template&lt;typename T&gt;</a:t>
            </a:r>
          </a:p>
          <a:p>
            <a:pPr marL="0" indent="0">
              <a:buNone/>
            </a:pPr>
            <a:r>
              <a:rPr i="1" dirty="0"/>
              <a:t>bool </a:t>
            </a:r>
            <a:r>
              <a:rPr i="1" dirty="0" err="1"/>
              <a:t>allTrue</a:t>
            </a:r>
            <a:r>
              <a:rPr i="1" dirty="0"/>
              <a:t>(T value) { return value; }</a:t>
            </a:r>
          </a:p>
          <a:p>
            <a:pPr marL="0" indent="0">
              <a:buNone/>
            </a:pPr>
            <a:r>
              <a:rPr i="1" dirty="0"/>
              <a:t>template&lt;typename T, typename... </a:t>
            </a:r>
            <a:r>
              <a:rPr i="1" dirty="0" err="1"/>
              <a:t>Args</a:t>
            </a:r>
            <a:r>
              <a:rPr i="1" dirty="0"/>
              <a:t>&gt;</a:t>
            </a:r>
          </a:p>
          <a:p>
            <a:pPr marL="0" indent="0">
              <a:buNone/>
            </a:pPr>
            <a:r>
              <a:rPr i="1" dirty="0"/>
              <a:t>bool </a:t>
            </a:r>
            <a:r>
              <a:rPr i="1" dirty="0" err="1"/>
              <a:t>allTrue</a:t>
            </a:r>
            <a:r>
              <a:rPr i="1" dirty="0"/>
              <a:t>(T first, </a:t>
            </a:r>
            <a:r>
              <a:rPr i="1" dirty="0" err="1"/>
              <a:t>Args</a:t>
            </a:r>
            <a:r>
              <a:rPr i="1" dirty="0"/>
              <a:t>... </a:t>
            </a:r>
            <a:r>
              <a:rPr i="1" dirty="0" err="1"/>
              <a:t>args</a:t>
            </a:r>
            <a:r>
              <a:rPr i="1" dirty="0"/>
              <a:t>) {</a:t>
            </a:r>
          </a:p>
          <a:p>
            <a:pPr marL="0" indent="0">
              <a:buNone/>
            </a:pPr>
            <a:r>
              <a:rPr i="1" dirty="0"/>
              <a:t>    return first &amp;&amp; </a:t>
            </a:r>
            <a:r>
              <a:rPr i="1" dirty="0" err="1"/>
              <a:t>allTrue</a:t>
            </a:r>
            <a:r>
              <a:rPr i="1" dirty="0"/>
              <a:t>(</a:t>
            </a:r>
            <a:r>
              <a:rPr i="1" dirty="0" err="1"/>
              <a:t>args</a:t>
            </a:r>
            <a:r>
              <a:rPr i="1" dirty="0"/>
              <a:t>...);</a:t>
            </a:r>
          </a:p>
          <a:p>
            <a:pPr marL="0" indent="0">
              <a:buNone/>
            </a:pPr>
            <a:r>
              <a:rPr i="1"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Print All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u="sng" dirty="0"/>
              <a:t>C++17:</a:t>
            </a:r>
          </a:p>
          <a:p>
            <a:pPr marL="0" indent="0">
              <a:buNone/>
            </a:pPr>
            <a:r>
              <a:rPr i="1" dirty="0"/>
              <a:t>template&lt;typename... </a:t>
            </a:r>
            <a:r>
              <a:rPr i="1" dirty="0" err="1"/>
              <a:t>Args</a:t>
            </a:r>
            <a:r>
              <a:rPr i="1" dirty="0"/>
              <a:t>&gt;</a:t>
            </a:r>
          </a:p>
          <a:p>
            <a:pPr marL="0" indent="0">
              <a:buNone/>
            </a:pPr>
            <a:r>
              <a:rPr i="1" dirty="0"/>
              <a:t>void </a:t>
            </a:r>
            <a:r>
              <a:rPr i="1" dirty="0" err="1"/>
              <a:t>printAll</a:t>
            </a:r>
            <a:r>
              <a:rPr i="1" dirty="0"/>
              <a:t>(</a:t>
            </a:r>
            <a:r>
              <a:rPr i="1" dirty="0" err="1"/>
              <a:t>Args</a:t>
            </a:r>
            <a:r>
              <a:rPr i="1" dirty="0"/>
              <a:t>... </a:t>
            </a:r>
            <a:r>
              <a:rPr i="1" dirty="0" err="1"/>
              <a:t>args</a:t>
            </a:r>
            <a:r>
              <a:rPr i="1" dirty="0"/>
              <a:t>) {</a:t>
            </a:r>
          </a:p>
          <a:p>
            <a:pPr marL="0" indent="0">
              <a:buNone/>
            </a:pPr>
            <a:r>
              <a:rPr i="1" dirty="0"/>
              <a:t>    (std::</a:t>
            </a:r>
            <a:r>
              <a:rPr i="1" dirty="0" err="1"/>
              <a:t>cout</a:t>
            </a:r>
            <a:r>
              <a:rPr i="1" dirty="0"/>
              <a:t> &lt;&lt; ... &lt;&lt; </a:t>
            </a:r>
            <a:r>
              <a:rPr i="1" dirty="0" err="1"/>
              <a:t>args</a:t>
            </a:r>
            <a:r>
              <a:rPr i="1" dirty="0"/>
              <a:t>) &lt;&lt; '\n';</a:t>
            </a:r>
          </a:p>
          <a:p>
            <a:pPr marL="0" indent="0">
              <a:buNone/>
            </a:pPr>
            <a:r>
              <a:rPr i="1" dirty="0"/>
              <a:t>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u="sng" dirty="0"/>
              <a:t>Pre-C++17:</a:t>
            </a:r>
          </a:p>
          <a:p>
            <a:pPr marL="0" indent="0">
              <a:buNone/>
            </a:pPr>
            <a:r>
              <a:rPr i="1" dirty="0"/>
              <a:t>void </a:t>
            </a:r>
            <a:r>
              <a:rPr i="1" dirty="0" err="1"/>
              <a:t>printAll</a:t>
            </a:r>
            <a:r>
              <a:rPr i="1" dirty="0"/>
              <a:t>() {}</a:t>
            </a:r>
          </a:p>
          <a:p>
            <a:pPr marL="0" indent="0">
              <a:buNone/>
            </a:pPr>
            <a:r>
              <a:rPr i="1" dirty="0"/>
              <a:t>template&lt;typename T, typename... </a:t>
            </a:r>
            <a:r>
              <a:rPr i="1" dirty="0" err="1"/>
              <a:t>Args</a:t>
            </a:r>
            <a:r>
              <a:rPr i="1" dirty="0"/>
              <a:t>&gt;</a:t>
            </a:r>
          </a:p>
          <a:p>
            <a:pPr marL="0" indent="0">
              <a:buNone/>
            </a:pPr>
            <a:r>
              <a:rPr i="1" dirty="0"/>
              <a:t>void </a:t>
            </a:r>
            <a:r>
              <a:rPr i="1" dirty="0" err="1"/>
              <a:t>printAll</a:t>
            </a:r>
            <a:r>
              <a:rPr i="1" dirty="0"/>
              <a:t>(T first, </a:t>
            </a:r>
            <a:r>
              <a:rPr i="1" dirty="0" err="1"/>
              <a:t>Args</a:t>
            </a:r>
            <a:r>
              <a:rPr i="1" dirty="0"/>
              <a:t>... </a:t>
            </a:r>
            <a:r>
              <a:rPr i="1" dirty="0" err="1"/>
              <a:t>args</a:t>
            </a:r>
            <a:r>
              <a:rPr i="1" dirty="0"/>
              <a:t>) {</a:t>
            </a:r>
          </a:p>
          <a:p>
            <a:pPr marL="0" indent="0">
              <a:buNone/>
            </a:pPr>
            <a:r>
              <a:rPr i="1" dirty="0"/>
              <a:t>    std::</a:t>
            </a:r>
            <a:r>
              <a:rPr i="1" dirty="0" err="1"/>
              <a:t>cout</a:t>
            </a:r>
            <a:r>
              <a:rPr i="1" dirty="0"/>
              <a:t> &lt;&lt; first;</a:t>
            </a:r>
          </a:p>
          <a:p>
            <a:pPr marL="0" indent="0">
              <a:buNone/>
            </a:pPr>
            <a:r>
              <a:rPr i="1" dirty="0"/>
              <a:t>    </a:t>
            </a:r>
            <a:r>
              <a:rPr i="1" dirty="0" err="1"/>
              <a:t>printAll</a:t>
            </a:r>
            <a:r>
              <a:rPr i="1" dirty="0"/>
              <a:t>(</a:t>
            </a:r>
            <a:r>
              <a:rPr i="1" dirty="0" err="1"/>
              <a:t>args</a:t>
            </a:r>
            <a:r>
              <a:rPr i="1" dirty="0"/>
              <a:t>...);</a:t>
            </a:r>
          </a:p>
          <a:p>
            <a:pPr marL="0" indent="0">
              <a:buNone/>
            </a:pPr>
            <a:r>
              <a:rPr i="1"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Logging multiple values</a:t>
            </a:r>
          </a:p>
          <a:p>
            <a:r>
              <a:t>2. Aggregating results from multiple sensors</a:t>
            </a:r>
          </a:p>
          <a:p>
            <a:r>
              <a:t>3. Validating multiple conditions</a:t>
            </a:r>
          </a:p>
          <a:p>
            <a:r>
              <a:t>4. Printing formatted output</a:t>
            </a:r>
          </a:p>
          <a:p>
            <a:r>
              <a:t>5. Combining configuration parameters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Fold expressions simplify variadic template operations.</a:t>
            </a:r>
          </a:p>
          <a:p>
            <a:r>
              <a:t>They improve code readability and reduce complexity.</a:t>
            </a:r>
          </a:p>
          <a:p>
            <a:r>
              <a:t>C++17 makes template metaprogramming more accessible and efficient.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438</Words>
  <Application>Microsoft Office PowerPoint</Application>
  <PresentationFormat>On-screen Show (4:3)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C++17 Fold Expressions</vt:lpstr>
      <vt:lpstr>Introduction to Fold Expressions</vt:lpstr>
      <vt:lpstr>Syntax and Types of Fold Expressions</vt:lpstr>
      <vt:lpstr>Comparison with Pre-C++17 Techniques</vt:lpstr>
      <vt:lpstr>Example: Sum of Arguments</vt:lpstr>
      <vt:lpstr>Example: Logical AND</vt:lpstr>
      <vt:lpstr>Example: Print All Arguments</vt:lpstr>
      <vt:lpstr>Real-Life Use Cases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Meena, Ramjilal (DI SW EDA DDCP C2GDS CAT 3 FE)</cp:lastModifiedBy>
  <cp:revision>4</cp:revision>
  <dcterms:created xsi:type="dcterms:W3CDTF">2013-01-27T09:14:16Z</dcterms:created>
  <dcterms:modified xsi:type="dcterms:W3CDTF">2025-08-25T01:55:24Z</dcterms:modified>
  <cp:category/>
</cp:coreProperties>
</file>