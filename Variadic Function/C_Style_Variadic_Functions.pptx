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C-Style Variadic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 with Examples and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Variadic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Variadic functions accept a variable number of arguments.</a:t>
            </a:r>
          </a:p>
          <a:p>
            <a:r>
              <a:t>Declared using ellipsis (...) after the last named parameter.</a:t>
            </a:r>
          </a:p>
          <a:p>
            <a:r>
              <a:t>Common examples: printf(), scanf().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and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Declaration: int myFunction(int count, ...);</a:t>
            </a:r>
          </a:p>
          <a:p>
            <a:r>
              <a:t>Usage Example:</a:t>
            </a:r>
          </a:p>
          <a:p>
            <a:r>
              <a:t>void printNumbers(int count, ...) {</a:t>
            </a:r>
          </a:p>
          <a:p>
            <a:r>
              <a:t>    va_list args;</a:t>
            </a:r>
          </a:p>
          <a:p>
            <a:r>
              <a:t>    va_start(args, count);</a:t>
            </a:r>
          </a:p>
          <a:p>
            <a:r>
              <a:t>    for (int i = 0; i &lt; count; i++) {</a:t>
            </a:r>
          </a:p>
          <a:p>
            <a:r>
              <a:t>        int num = va_arg(args, int);</a:t>
            </a:r>
          </a:p>
          <a:p>
            <a:r>
              <a:t>        printf("%d\n", num);</a:t>
            </a:r>
          </a:p>
          <a:p>
            <a:r>
              <a:t>    }</a:t>
            </a:r>
          </a:p>
          <a:p>
            <a:r>
              <a:t>    va_end(args);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Working of va_list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va_list is a pointer or structure to traverse arguments.</a:t>
            </a:r>
          </a:p>
          <a:p>
            <a:r>
              <a:t>va_start initializes the list.</a:t>
            </a:r>
          </a:p>
          <a:p>
            <a:r>
              <a:t>va_arg retrieves the next argument.</a:t>
            </a:r>
          </a:p>
          <a:p>
            <a:r>
              <a:t>va_end cleans up.</a:t>
            </a:r>
          </a:p>
          <a:p>
            <a:r>
              <a:t>Arguments are not popped; they are read sequentially.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Platform-Specific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x86 (32-bit): Arguments passed on stack, va_list is a pointer.</a:t>
            </a:r>
          </a:p>
          <a:p>
            <a:r>
              <a:t>x86_64 (Linux/macOS): Arguments in registers and stack, va_list is a struct.</a:t>
            </a:r>
          </a:p>
          <a:p>
            <a:r>
              <a:t>Windows x64: Arguments on stack, va_list is a pointer.</a:t>
            </a:r>
          </a:p>
          <a:p>
            <a:r>
              <a:t>Implementation follows ABI conventions.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Access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va_list behaves like a cursor in a buffer.</a:t>
            </a:r>
          </a:p>
          <a:p>
            <a:r>
              <a:t>va_arg reads current value and advances pointer.</a:t>
            </a:r>
          </a:p>
          <a:p>
            <a:r>
              <a:t>No memory is freed or modified.</a:t>
            </a:r>
          </a:p>
          <a:p>
            <a:r>
              <a:t>Analogy: Reading a book page by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Variadic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type safety or argument count enforcement.</a:t>
            </a:r>
          </a:p>
          <a:p>
            <a:r>
              <a:t>Must manually manage argument types and order.</a:t>
            </a:r>
          </a:p>
          <a:p>
            <a:r>
              <a:t>Platform-dependent behavior.</a:t>
            </a:r>
          </a:p>
          <a:p>
            <a:r>
              <a:t>Not suitable for complex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Safer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C++: Variadic templates and std::initializer_list.</a:t>
            </a:r>
          </a:p>
          <a:p>
            <a:r>
              <a:t>Provides type safety and compile-time checks.</a:t>
            </a:r>
          </a:p>
          <a:p>
            <a:r>
              <a:t>Recommended for modern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Variadic functions provide flexibility in argument handling.</a:t>
            </a:r>
          </a:p>
          <a:p>
            <a:r>
              <a:t>Require careful management of types and memory.</a:t>
            </a:r>
          </a:p>
          <a:p>
            <a:r>
              <a:t>Platform-specific implementation details matter.</a:t>
            </a:r>
          </a:p>
          <a:p>
            <a:r>
              <a:t>Use safer alternatives when possible in modern codebases.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